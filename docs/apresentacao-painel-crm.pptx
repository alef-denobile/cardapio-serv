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777240" cy="7772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" name="Image 0" descr="/home/claude/materiais-v2/apresentacao/icon-gr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1009498"/>
            <a:ext cx="404165" cy="40416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23317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Painel CRM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3246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D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da Equipe — versão atualizada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Consultoria em consórcio e cartas de crédito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— mover cliente ficou mais fácil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4" name="Image 0" descr="/home/claude/materiais-v2/apresentacao/icon-gr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1731874"/>
            <a:ext cx="285293" cy="28529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5819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Arrastar, como sempre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9476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 segure pela alcinha, solte na coluna certa.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8" name="Image 1" descr="/home/claude/materiais-v2/apresentacao/icon-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2874874"/>
            <a:ext cx="285293" cy="28529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7249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Novo: botão de mover rápido (⇄)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280160" y="30906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Clica no botão ao lado da alcinha, escolhe a coluna na lista. Muito mais fácil em celular e tablet.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88620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2" name="Image 2" descr="/home/claude/materiais-v2/apresentacao/icon-alv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401787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38679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Comissão automática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280160" y="42336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um cliente pra uma coluna "Ganho" já gera a comissão dele sozinho, usando a fórmula certa pro tipo de carta dele.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CRM — Guia de Treinamento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9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" name="Image 0" descr="/home/claude/materiais-v2/apresentacao/icon-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656539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Leads — ações em massa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Novidade: marque vários clientes de uma vez (checkbox em cada linha, ou "selecionar todos") e aplique a mesma ação em todos, sem repetir um por um: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228600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241D2E"/>
          </a:solidFill>
          <a:ln w="12700">
            <a:solidFill>
              <a:srgbClr val="3A304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2860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pra outra coluna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548640" y="297180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241D2E"/>
          </a:solidFill>
          <a:ln w="12700">
            <a:solidFill>
              <a:srgbClr val="3A304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9718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uma etiqueta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65760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241D2E"/>
          </a:solidFill>
          <a:ln w="12700">
            <a:solidFill>
              <a:srgbClr val="3A3048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6576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Arquivar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4343400"/>
            <a:ext cx="4937760" cy="548640"/>
          </a:xfrm>
          <a:prstGeom prst="roundRect">
            <a:avLst>
              <a:gd name="adj" fmla="val 13333"/>
            </a:avLst>
          </a:prstGeom>
          <a:solidFill>
            <a:srgbClr val="241D2E"/>
          </a:solidFill>
          <a:ln w="12700">
            <a:solidFill>
              <a:srgbClr val="3A304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22960" y="4343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Conversas — agora é uma caixa de entrada de verdade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87452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5" name="Image 0" descr="/home/claude/materiais-v2/apresentacao/icon-bus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" y="2028139"/>
            <a:ext cx="332842" cy="33284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Esquerda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1089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conversas, com busca por nome ou telefone.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9120" y="155448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09160" y="187452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0" name="Image 1" descr="/home/claude/materiais-v2/apresentacao/icon-whats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2779" y="202813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70916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Meio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4709160" y="31089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chat da conversa — atualiza sozinho a cada poucos segundos.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229600" y="1554480"/>
            <a:ext cx="352044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549640" y="187452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5" name="Image 2" descr="/home/claude/materiais-v2/apresentacao/icon-grad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3259" y="202813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549640" y="2697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Direita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8549640" y="3108960"/>
            <a:ext cx="2880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Nome, telefone, valor e qualificação do cliente, editáveis ali mesmo — mais as automações daquela etapa.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48640" y="493776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9" name="Image 3" descr="/home/claude/materiais-v2/apresentacao/icon-midi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1" y="5058461"/>
            <a:ext cx="261518" cy="26151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234440" y="49377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Novidade: fotos, áudios e documentos que o cliente manda já aparecem direto na conversa — nada mais se perde.</a:t>
            </a:r>
            <a:endParaRPr lang="en-US" sz="130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CRM — Guia de Treinamento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9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Tudo do WhatsApp, num lugar só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botões no topo de Conversas abrem essas telas por cima, sem precisar navegar pra outra aba: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241D2E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286000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6" name="Image 0" descr="/home/claude/materiais-v2/apresentacao/icon-ra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450592"/>
            <a:ext cx="356616" cy="35661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68680" y="3200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Automações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370332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automáticas por coluna. Dá pra "Executar agora" numa automação específica, direto de dentro dos detalhes de um cliente.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192024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241D2E"/>
          </a:solidFill>
          <a:ln/>
        </p:spPr>
      </p:sp>
      <p:sp>
        <p:nvSpPr>
          <p:cNvPr id="10" name="Shape 7"/>
          <p:cNvSpPr/>
          <p:nvPr/>
        </p:nvSpPr>
        <p:spPr>
          <a:xfrm>
            <a:off x="4709160" y="2286000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1" name="Image 1" descr="/home/claude/materiais-v2/apresentacao/icon-dispar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245059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709160" y="3200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Disparos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709160" y="370332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 a mesma mensagem (ou um modelo aprovado) pra vários clientes de uma vez.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229600" y="192024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241D2E"/>
          </a:solidFill>
          <a:ln/>
        </p:spPr>
      </p:sp>
      <p:sp>
        <p:nvSpPr>
          <p:cNvPr id="15" name="Shape 11"/>
          <p:cNvSpPr/>
          <p:nvPr/>
        </p:nvSpPr>
        <p:spPr>
          <a:xfrm>
            <a:off x="8549640" y="2286000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6" name="Image 2" descr="/home/claude/materiais-v2/apresentacao/icon-calendari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4232" y="2450592"/>
            <a:ext cx="356616" cy="35661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549640" y="320040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Mensagem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549640" y="3703320"/>
            <a:ext cx="2880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uma mensagem pra sair numa data e hora específica.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Comissões — agora com 4 modalidades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21208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Imóvel · Investimento · Serviços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4231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primeiras parcelas a 0,00103388 do valor da carta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+ 3 últimas parcelas a 0,00190561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26480" y="1554480"/>
            <a:ext cx="5212080" cy="2377440"/>
          </a:xfrm>
          <a:prstGeom prst="roundRect">
            <a:avLst>
              <a:gd name="adj" fmla="val 4615"/>
            </a:avLst>
          </a:prstGeom>
          <a:solidFill>
            <a:srgbClr val="19141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46520" y="1828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Veículo — fórmula diferente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446520" y="242316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D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1,6% do valor da carta, dividido em 11 parcelas iguais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297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tipo usado é sempre o que está cadastrado no campo "Tipo de carta" do cliente, no Pipeline.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CRM — Guia de Treinamento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Equipe — tudo do time, numa aba só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4" name="Image 0" descr="/home/claude/materiais-v2/apresentacao/icon-equi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1731874"/>
            <a:ext cx="285293" cy="28529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5819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da equipe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9476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único, visível pra todo mundo.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74320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8" name="Image 1" descr="/home/claude/materiais-v2/apresentacao/icon-whatsa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14" y="2874874"/>
            <a:ext cx="285293" cy="285293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7249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 individual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1280160" y="30906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 nome de um colega (na lista à esquerda) pra abrir uma conversa privada só entre vocês dois.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886200"/>
            <a:ext cx="548640" cy="5486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2" name="Image 2" descr="/home/claude/materiais-v2/apresentacao/icon-alv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14" y="4017874"/>
            <a:ext cx="285293" cy="285293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38679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Supervisão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1280160" y="4233672"/>
            <a:ext cx="9875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pra quem é supervisor — convite, membros, ranking (supervisor destacado à parte) e desempenho detalhado.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CRM — Guia de Treinamento</a:t>
            </a:r>
            <a:endParaRPr lang="en-US" sz="900" dirty="0"/>
          </a:p>
        </p:txBody>
      </p:sp>
      <p:sp>
        <p:nvSpPr>
          <p:cNvPr id="16" name="Text 11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" name="Image 0" descr="/home/claude/materiais-v2/apresentacao/icon-calend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656539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Agenda/Tarefas — agora é um calendário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640080" y="1737360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960120" y="16916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mensal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60120" y="20574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Mistura suas tarefas do CRM com os compromissos do seu Google Agenda principal — não só os que a gente cria.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40080" y="2880360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960120" y="28346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por hora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32004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num dia pra ver de 00h a 23h, igual o Google Agenda. Clicar num horário vazio já abre "Nova tarefa" com aquele dia e hora prontos.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4023360"/>
            <a:ext cx="128016" cy="128016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960120" y="39776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 com horário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60120" y="43434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campo "Hora" é opcional — sem ele, a tarefa aparece separada, em "Sem horário definido".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Relatórios — agora com histórico de 12 meses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85800" cy="68580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4" name="Image 0" descr="/home/claude/materiais-v2/apresentacao/icon-grafic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719072"/>
            <a:ext cx="356616" cy="35661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7160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só mostrava o mês atual.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210312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Agora dá pra ver a evolução do valor ganho mês a mês, num período de 12 meses — ajuda a enxergar tendência, não só a foto do momento.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CRM — Guia de Treinamento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1B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Backup e segurança dos seus dados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01168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5" name="Image 0" descr="/home/claude/materiais-v2/apresentacao/icon-bac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5" y="218724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2971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completo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47472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Configurações → Sobre, baixe um arquivo com todos os seus clientes, tarefas, comissões e mensagens — guarde num lugar seguro de tempos em tempos.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26480" y="1645920"/>
            <a:ext cx="5212080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4DD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92240" y="2011680"/>
            <a:ext cx="731520" cy="7315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10" name="Image 1" descr="/home/claude/materiais-v2/apresentacao/icon-escud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805" y="218724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492240" y="29718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1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 senha, protegidos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347472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e senha ficam escondidos até você clicar em "Alterar" — abre um passo separado só pra isso, evitando edição sem querer.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CRM — Guia de Treinamento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11338560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9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" name="Image 0" descr="/home/claude/materiais-v2/apresentacao/icon-gra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656539"/>
            <a:ext cx="332842" cy="332842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3716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Deixe o menu do seu jeito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9164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D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fim do menu lateral, o botão "Reordenar abas" deixa você escolher a ordem que as páginas aparecem — usa as setinhas pra cima/baixo, e "Restaurar padrão" se quiser voltar como estava.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9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822960"/>
            <a:ext cx="777240" cy="77724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3" name="Image 0" descr="/home/claude/materiais-v2/apresentacao/icon-celul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9498" y="1009498"/>
            <a:ext cx="404165" cy="40416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777240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Leve no bolso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6060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DE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Painel CRM pode ser instalado como app no celular ou computador — "Adicionar à tela inicial" no navegador do celular, ou o ícone de instalar na barra de endereço do Chrome/Edge.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3749040"/>
            <a:ext cx="7772400" cy="0"/>
          </a:xfrm>
          <a:prstGeom prst="line">
            <a:avLst/>
          </a:prstGeom>
          <a:noFill/>
          <a:ln w="12700">
            <a:solidFill>
              <a:srgbClr val="3A304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pedir ajuda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4480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Chat da equipe — fale com o time direto pelo painel (aba Equipe)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48646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Suporte — respostas pras dúvidas mais comuns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24865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Guia Rápido de Uso — documento com o passo a passo de cada tarefa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63270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Seu supervisor — ajuda com acesso e configurações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6172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DE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Bom trabalho e boas vendas!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2026-09-07T02:43:55Z</dcterms:created>
  <dcterms:modified xsi:type="dcterms:W3CDTF">2026-09-07T02:43:55Z</dcterms:modified>
</cp:coreProperties>
</file>